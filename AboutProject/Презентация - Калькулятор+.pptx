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олилиния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11.11.2025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88296" y="2063864"/>
            <a:ext cx="6480048" cy="2301240"/>
          </a:xfrm>
        </p:spPr>
        <p:txBody>
          <a:bodyPr>
            <a:normAutofit fontScale="90000"/>
          </a:bodyPr>
          <a:lstStyle/>
          <a:p>
            <a:pPr algn="ctr"/>
            <a:r>
              <a:rPr lang="ru-RU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Презентация проекта: «Калькулятор» (</a:t>
            </a:r>
            <a:r>
              <a:rPr lang="en-US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Calculator Game</a:t>
            </a:r>
            <a:r>
              <a:rPr lang="ru-RU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br>
              <a:rPr lang="ru-RU" cap="none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ru-RU" cap="none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4484712"/>
            <a:ext cx="6480048" cy="1752600"/>
          </a:xfrm>
        </p:spPr>
        <p:txBody>
          <a:bodyPr/>
          <a:lstStyle/>
          <a:p>
            <a:pPr algn="l"/>
            <a:r>
              <a:rPr lang="ru-RU" dirty="0" smtClean="0"/>
              <a:t>Версия: </a:t>
            </a:r>
            <a:r>
              <a:rPr lang="en-US" dirty="0" smtClean="0"/>
              <a:t>Calc</a:t>
            </a:r>
            <a:r>
              <a:rPr lang="ru-RU" dirty="0" smtClean="0"/>
              <a:t>_</a:t>
            </a:r>
            <a:r>
              <a:rPr lang="en-US" dirty="0" smtClean="0"/>
              <a:t>beta</a:t>
            </a:r>
            <a:r>
              <a:rPr lang="ru-RU" dirty="0" smtClean="0"/>
              <a:t>_0.6</a:t>
            </a:r>
            <a:r>
              <a:rPr lang="en-US" dirty="0" smtClean="0"/>
              <a:t>_</a:t>
            </a:r>
            <a:r>
              <a:rPr lang="en-US" dirty="0" err="1" smtClean="0"/>
              <a:t>FirstMini</a:t>
            </a:r>
            <a:r>
              <a:rPr lang="en-US" dirty="0" smtClean="0"/>
              <a:t>-Game</a:t>
            </a:r>
            <a:r>
              <a:rPr lang="ru-RU" dirty="0" smtClean="0"/>
              <a:t>  </a:t>
            </a:r>
          </a:p>
          <a:p>
            <a:pPr algn="l"/>
            <a:r>
              <a:rPr lang="ru-RU" dirty="0" smtClean="0"/>
              <a:t>Дата</a:t>
            </a:r>
            <a:r>
              <a:rPr lang="ru-RU" smtClean="0"/>
              <a:t>: </a:t>
            </a:r>
            <a:r>
              <a:rPr lang="ru-RU" smtClean="0"/>
              <a:t>10</a:t>
            </a:r>
            <a:r>
              <a:rPr lang="en-US" smtClean="0"/>
              <a:t>.11.2025</a:t>
            </a:r>
            <a:endParaRPr lang="ru-RU" dirty="0" smtClean="0"/>
          </a:p>
          <a:p>
            <a:pPr algn="l"/>
            <a:r>
              <a:rPr lang="ru-RU" dirty="0" smtClean="0"/>
              <a:t>Автор: Лугов Святослав</a:t>
            </a:r>
          </a:p>
          <a:p>
            <a:pPr algn="l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1. Концепция проекта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 </a:t>
            </a:r>
            <a:r>
              <a:rPr lang="ru-RU" b="1" dirty="0" smtClean="0"/>
              <a:t>Жанр:</a:t>
            </a:r>
            <a:r>
              <a:rPr lang="ru-RU" dirty="0" smtClean="0"/>
              <a:t> </a:t>
            </a:r>
            <a:r>
              <a:rPr lang="ru-RU" sz="2600" dirty="0" smtClean="0"/>
              <a:t>Коллекция мини-игр с интерфейсом калькулятора  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Основная идея:</a:t>
            </a:r>
            <a:r>
              <a:rPr lang="ru-RU" dirty="0" smtClean="0"/>
              <a:t> </a:t>
            </a:r>
            <a:r>
              <a:rPr lang="ru-RU" sz="2800" dirty="0" smtClean="0"/>
              <a:t>Пользователь взаимодействует с калькулятором, запуская события и мини-игры в процессе вычислений  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Целевая аудитория:</a:t>
            </a:r>
            <a:r>
              <a:rPr lang="ru-RU" dirty="0" smtClean="0"/>
              <a:t> </a:t>
            </a:r>
            <a:r>
              <a:rPr lang="ru-RU" sz="2800" dirty="0" smtClean="0"/>
              <a:t>Все возрастные группы, </a:t>
            </a:r>
            <a:r>
              <a:rPr lang="ru-RU" sz="2800" dirty="0" err="1" smtClean="0"/>
              <a:t>геймеры</a:t>
            </a:r>
            <a:r>
              <a:rPr lang="ru-RU" sz="2800" dirty="0" smtClean="0"/>
              <a:t> и люди, использующие расчёты в повседневной жизни  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Платформа:</a:t>
            </a:r>
            <a:r>
              <a:rPr lang="ru-RU" dirty="0" smtClean="0"/>
              <a:t> </a:t>
            </a:r>
            <a:r>
              <a:rPr lang="en-US" sz="2800" dirty="0" smtClean="0"/>
              <a:t>PC</a:t>
            </a:r>
            <a:r>
              <a:rPr lang="ru-RU" sz="2800" dirty="0" smtClean="0"/>
              <a:t> (</a:t>
            </a:r>
            <a:r>
              <a:rPr lang="en-US" sz="2800" dirty="0" smtClean="0"/>
              <a:t>Windows</a:t>
            </a:r>
            <a:r>
              <a:rPr lang="ru-RU" sz="2800" dirty="0" smtClean="0"/>
              <a:t>)  </a:t>
            </a:r>
          </a:p>
          <a:p>
            <a:r>
              <a:rPr lang="ru-RU" dirty="0" smtClean="0"/>
              <a:t> </a:t>
            </a:r>
            <a:r>
              <a:rPr lang="ru-RU" b="1" dirty="0" err="1" smtClean="0"/>
              <a:t>Геймплей</a:t>
            </a:r>
            <a:r>
              <a:rPr lang="ru-RU" b="1" dirty="0" smtClean="0"/>
              <a:t>:</a:t>
            </a:r>
            <a:r>
              <a:rPr lang="ru-RU" dirty="0" smtClean="0"/>
              <a:t> </a:t>
            </a:r>
            <a:r>
              <a:rPr lang="ru-RU" sz="2800" dirty="0" smtClean="0"/>
              <a:t>Динамичный, основанный на нажатии клавиш и кнопок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48680"/>
            <a:ext cx="7467600" cy="1224136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2. Достижения на текущий момент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r>
              <a:rPr lang="ru-RU" b="1" dirty="0" smtClean="0"/>
              <a:t>Реализовано</a:t>
            </a:r>
            <a:r>
              <a:rPr lang="ru-RU" dirty="0" smtClean="0"/>
              <a:t> </a:t>
            </a:r>
            <a:r>
              <a:rPr lang="ru-RU" sz="2400" dirty="0" smtClean="0"/>
              <a:t>стабильное главное меню в стиле калькулятора  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Добавлен</a:t>
            </a:r>
            <a:r>
              <a:rPr lang="ru-RU" dirty="0" smtClean="0"/>
              <a:t> </a:t>
            </a:r>
            <a:r>
              <a:rPr lang="ru-RU" sz="2400" dirty="0" smtClean="0"/>
              <a:t>полный функционал скобок для сложных математических выражений, кнопка включения режима игры  </a:t>
            </a:r>
          </a:p>
          <a:p>
            <a:r>
              <a:rPr lang="ru-RU" dirty="0" smtClean="0"/>
              <a:t> </a:t>
            </a:r>
            <a:r>
              <a:rPr lang="ru-RU" b="1" dirty="0" smtClean="0"/>
              <a:t>Исправлены</a:t>
            </a:r>
            <a:r>
              <a:rPr lang="ru-RU" dirty="0" smtClean="0"/>
              <a:t> </a:t>
            </a:r>
            <a:r>
              <a:rPr lang="ru-RU" sz="2400" dirty="0" smtClean="0"/>
              <a:t>критические </a:t>
            </a:r>
            <a:r>
              <a:rPr lang="ru-RU" sz="2400" dirty="0" err="1" smtClean="0"/>
              <a:t>баги</a:t>
            </a:r>
            <a:r>
              <a:rPr lang="ru-RU" sz="2400" dirty="0" smtClean="0"/>
              <a:t> предыдущих версий</a:t>
            </a:r>
            <a:br>
              <a:rPr lang="ru-RU" sz="2400" dirty="0" smtClean="0"/>
            </a:br>
            <a:r>
              <a:rPr lang="ru-RU" sz="2400" dirty="0" smtClean="0"/>
              <a:t> Улучшена стабильность и отзывчивость интерфейс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3. Игровой процесс</a:t>
            </a:r>
            <a:endParaRPr lang="ru-RU" dirty="0" smtClean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  </a:t>
            </a:r>
            <a:r>
              <a:rPr lang="ru-RU" b="1" dirty="0" smtClean="0"/>
              <a:t>Основные механики:</a:t>
            </a:r>
            <a:endParaRPr lang="ru-RU" dirty="0" smtClean="0"/>
          </a:p>
          <a:p>
            <a:r>
              <a:rPr lang="ru-RU" dirty="0" smtClean="0"/>
              <a:t> Ввод выражений с поддержкой скобок</a:t>
            </a:r>
          </a:p>
          <a:p>
            <a:r>
              <a:rPr lang="ru-RU" dirty="0" smtClean="0"/>
              <a:t>  Запуск мини-игр и событий через специальные комбинации</a:t>
            </a:r>
          </a:p>
          <a:p>
            <a:r>
              <a:rPr lang="ru-RU" dirty="0" smtClean="0"/>
              <a:t>  Простое и интуитивное управление (кнопки, клавиатура)</a:t>
            </a:r>
          </a:p>
          <a:p>
            <a:r>
              <a:rPr lang="ru-RU" dirty="0" smtClean="0"/>
              <a:t> </a:t>
            </a:r>
          </a:p>
          <a:p>
            <a:r>
              <a:rPr lang="ru-RU" b="1" dirty="0" smtClean="0"/>
              <a:t>Мини-игры: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   	 - </a:t>
            </a:r>
            <a:r>
              <a:rPr lang="ru-RU" dirty="0" err="1" smtClean="0"/>
              <a:t>Платформеры</a:t>
            </a:r>
            <a:r>
              <a:rPr lang="ru-RU" dirty="0" smtClean="0"/>
              <a:t> (2</a:t>
            </a:r>
            <a:r>
              <a:rPr lang="en-US" dirty="0" smtClean="0"/>
              <a:t>D</a:t>
            </a:r>
            <a:r>
              <a:rPr lang="ru-RU" dirty="0" smtClean="0"/>
              <a:t>, 3</a:t>
            </a:r>
            <a:r>
              <a:rPr lang="en-US" dirty="0" smtClean="0"/>
              <a:t>D</a:t>
            </a:r>
            <a:r>
              <a:rPr lang="ru-RU" dirty="0" smtClean="0"/>
              <a:t>)</a:t>
            </a:r>
          </a:p>
          <a:p>
            <a:pPr>
              <a:buNone/>
            </a:pPr>
            <a:r>
              <a:rPr lang="ru-RU" dirty="0" smtClean="0"/>
              <a:t> 	 - Аркады</a:t>
            </a:r>
          </a:p>
          <a:p>
            <a:pPr>
              <a:buNone/>
            </a:pPr>
            <a:r>
              <a:rPr lang="ru-RU" dirty="0" smtClean="0"/>
              <a:t> 	 - Головоломки</a:t>
            </a:r>
          </a:p>
          <a:p>
            <a:pPr>
              <a:buNone/>
            </a:pPr>
            <a:r>
              <a:rPr lang="ru-RU" dirty="0" smtClean="0"/>
              <a:t>	 - Динамические события (например, «Не дели на ноль!»)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4. Интерфейс и графика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 </a:t>
            </a:r>
            <a:r>
              <a:rPr lang="ru-RU" b="1" dirty="0" smtClean="0"/>
              <a:t>Главное меню:</a:t>
            </a:r>
            <a:r>
              <a:rPr lang="ru-RU" dirty="0" smtClean="0"/>
              <a:t>  </a:t>
            </a:r>
          </a:p>
          <a:p>
            <a:pPr>
              <a:buNone/>
            </a:pPr>
            <a:r>
              <a:rPr lang="ru-RU" dirty="0" smtClean="0"/>
              <a:t>	 - Стилизовано под классический калькулятор  </a:t>
            </a:r>
          </a:p>
          <a:p>
            <a:pPr>
              <a:buNone/>
            </a:pPr>
            <a:r>
              <a:rPr lang="ru-RU" dirty="0" smtClean="0"/>
              <a:t>	 - Разрешение: 370×580  </a:t>
            </a:r>
          </a:p>
          <a:p>
            <a:pPr>
              <a:buNone/>
            </a:pPr>
            <a:r>
              <a:rPr lang="ru-RU" dirty="0" smtClean="0"/>
              <a:t>	 - Чёткое текстовое поле для ввода и результата</a:t>
            </a:r>
          </a:p>
          <a:p>
            <a:pPr>
              <a:buNone/>
            </a:pPr>
            <a:r>
              <a:rPr lang="ru-RU" dirty="0" smtClean="0"/>
              <a:t> </a:t>
            </a:r>
          </a:p>
          <a:p>
            <a:r>
              <a:rPr lang="ru-RU" dirty="0" smtClean="0"/>
              <a:t>- </a:t>
            </a:r>
            <a:r>
              <a:rPr lang="ru-RU" b="1" dirty="0" smtClean="0"/>
              <a:t>Игровой </a:t>
            </a:r>
            <a:r>
              <a:rPr lang="en-US" b="1" dirty="0" smtClean="0"/>
              <a:t>HUD</a:t>
            </a:r>
            <a:r>
              <a:rPr lang="ru-RU" b="1" dirty="0" smtClean="0"/>
              <a:t>:</a:t>
            </a:r>
            <a:r>
              <a:rPr lang="ru-RU" dirty="0" smtClean="0"/>
              <a:t>  </a:t>
            </a:r>
          </a:p>
          <a:p>
            <a:pPr>
              <a:buNone/>
            </a:pPr>
            <a:r>
              <a:rPr lang="ru-RU" dirty="0" smtClean="0"/>
              <a:t>	 - Адаптируется под каждую мини-игру  </a:t>
            </a:r>
          </a:p>
          <a:p>
            <a:pPr>
              <a:buNone/>
            </a:pPr>
            <a:r>
              <a:rPr lang="ru-RU" dirty="0" smtClean="0"/>
              <a:t>	 - </a:t>
            </a:r>
            <a:r>
              <a:rPr lang="ru-RU" dirty="0" err="1" smtClean="0"/>
              <a:t>Минималистичный</a:t>
            </a:r>
            <a:r>
              <a:rPr lang="ru-RU" dirty="0" smtClean="0"/>
              <a:t> и функциональный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5. Техническая часть</a:t>
            </a:r>
            <a:endParaRPr lang="ru-RU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- </a:t>
            </a:r>
            <a:r>
              <a:rPr lang="ru-RU" b="1" dirty="0" smtClean="0"/>
              <a:t>Движок:</a:t>
            </a:r>
            <a:r>
              <a:rPr lang="ru-RU" dirty="0" smtClean="0"/>
              <a:t> </a:t>
            </a:r>
            <a:r>
              <a:rPr lang="en-US" dirty="0" err="1" smtClean="0"/>
              <a:t>PuQt</a:t>
            </a:r>
            <a:r>
              <a:rPr lang="ru-RU" dirty="0" smtClean="0"/>
              <a:t>6 (</a:t>
            </a:r>
            <a:r>
              <a:rPr lang="en-US" dirty="0" err="1" smtClean="0"/>
              <a:t>QtWidgets</a:t>
            </a:r>
            <a:r>
              <a:rPr lang="ru-RU" dirty="0" smtClean="0"/>
              <a:t>, </a:t>
            </a:r>
            <a:r>
              <a:rPr lang="en-US" dirty="0" err="1" smtClean="0"/>
              <a:t>QtApplication</a:t>
            </a:r>
            <a:r>
              <a:rPr lang="ru-RU" dirty="0" smtClean="0"/>
              <a:t>)  </a:t>
            </a:r>
          </a:p>
          <a:p>
            <a:r>
              <a:rPr lang="ru-RU" dirty="0" smtClean="0"/>
              <a:t>- </a:t>
            </a:r>
            <a:r>
              <a:rPr lang="ru-RU" b="1" dirty="0" smtClean="0"/>
              <a:t>Управление:</a:t>
            </a:r>
            <a:r>
              <a:rPr lang="ru-RU" dirty="0" smtClean="0"/>
              <a:t> Мышь, клавиатура, кнопки интерфейса  </a:t>
            </a:r>
          </a:p>
          <a:p>
            <a:r>
              <a:rPr lang="ru-RU" dirty="0" smtClean="0"/>
              <a:t>- </a:t>
            </a:r>
            <a:r>
              <a:rPr lang="ru-RU" b="1" dirty="0" smtClean="0"/>
              <a:t>Звук:</a:t>
            </a:r>
            <a:r>
              <a:rPr lang="ru-RU" dirty="0" smtClean="0"/>
              <a:t> Опционально, в зависимости от мини-игры  </a:t>
            </a:r>
          </a:p>
          <a:p>
            <a:r>
              <a:rPr lang="ru-RU" dirty="0" smtClean="0"/>
              <a:t>- </a:t>
            </a:r>
            <a:r>
              <a:rPr lang="ru-RU" b="1" dirty="0" smtClean="0"/>
              <a:t>Локализация:</a:t>
            </a:r>
            <a:r>
              <a:rPr lang="ru-RU" dirty="0" smtClean="0"/>
              <a:t> Русский язык (на данном этапе)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7467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6. План дальнейшей разработки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/>
              <a:t> </a:t>
            </a:r>
          </a:p>
          <a:p>
            <a:r>
              <a:rPr lang="ru-RU" dirty="0" smtClean="0"/>
              <a:t>- </a:t>
            </a:r>
            <a:r>
              <a:rPr lang="ru-RU" b="1" dirty="0" smtClean="0"/>
              <a:t>Этап 3</a:t>
            </a:r>
            <a:r>
              <a:rPr lang="ru-RU" dirty="0" smtClean="0"/>
              <a:t>: </a:t>
            </a:r>
            <a:r>
              <a:rPr lang="ru-RU" dirty="0" err="1" smtClean="0"/>
              <a:t>Контент</a:t>
            </a:r>
            <a:r>
              <a:rPr lang="ru-RU" dirty="0" smtClean="0"/>
              <a:t> и полировка </a:t>
            </a:r>
          </a:p>
          <a:p>
            <a:pPr>
              <a:buNone/>
            </a:pPr>
            <a:r>
              <a:rPr lang="ru-RU" dirty="0" smtClean="0"/>
              <a:t>  	- Создание </a:t>
            </a:r>
            <a:r>
              <a:rPr lang="en-US" dirty="0" smtClean="0"/>
              <a:t>UI</a:t>
            </a:r>
            <a:r>
              <a:rPr lang="ru-RU" dirty="0" smtClean="0"/>
              <a:t> для мини-игр  </a:t>
            </a:r>
          </a:p>
          <a:p>
            <a:pPr>
              <a:buNone/>
            </a:pPr>
            <a:r>
              <a:rPr lang="ru-RU" dirty="0" smtClean="0"/>
              <a:t> 	 - Добавление спрайтов, </a:t>
            </a:r>
            <a:r>
              <a:rPr lang="ru-RU" dirty="0" err="1" smtClean="0"/>
              <a:t>анимаций</a:t>
            </a:r>
            <a:r>
              <a:rPr lang="ru-RU" dirty="0" smtClean="0"/>
              <a:t>, звуков  </a:t>
            </a:r>
          </a:p>
          <a:p>
            <a:pPr>
              <a:buNone/>
            </a:pPr>
            <a:r>
              <a:rPr lang="ru-RU" dirty="0" smtClean="0"/>
              <a:t> 	 - Разработка 5+ мини-игр и событий</a:t>
            </a:r>
          </a:p>
          <a:p>
            <a:pPr>
              <a:buNone/>
            </a:pPr>
            <a:endParaRPr lang="ru-RU" dirty="0" smtClean="0"/>
          </a:p>
          <a:p>
            <a:r>
              <a:rPr lang="ru-RU" dirty="0" smtClean="0"/>
              <a:t>- </a:t>
            </a:r>
            <a:r>
              <a:rPr lang="ru-RU" b="1" dirty="0" smtClean="0"/>
              <a:t>Этап 4:</a:t>
            </a:r>
            <a:r>
              <a:rPr lang="ru-RU" dirty="0" smtClean="0"/>
              <a:t> Тестирование и релиз  </a:t>
            </a:r>
          </a:p>
          <a:p>
            <a:pPr>
              <a:buNone/>
            </a:pPr>
            <a:r>
              <a:rPr lang="ru-RU" dirty="0" smtClean="0"/>
              <a:t> 	 - Балансировка </a:t>
            </a:r>
            <a:r>
              <a:rPr lang="ru-RU" dirty="0" err="1" smtClean="0"/>
              <a:t>геймплея</a:t>
            </a:r>
            <a:r>
              <a:rPr lang="ru-RU" dirty="0" smtClean="0"/>
              <a:t>  </a:t>
            </a:r>
          </a:p>
          <a:p>
            <a:pPr>
              <a:buNone/>
            </a:pPr>
            <a:r>
              <a:rPr lang="ru-RU" dirty="0" smtClean="0"/>
              <a:t> 	 - Исправление </a:t>
            </a:r>
            <a:r>
              <a:rPr lang="ru-RU" dirty="0" err="1" smtClean="0"/>
              <a:t>багов</a:t>
            </a:r>
            <a:r>
              <a:rPr lang="ru-RU" dirty="0" smtClean="0"/>
              <a:t>  </a:t>
            </a:r>
          </a:p>
          <a:p>
            <a:pPr>
              <a:buNone/>
            </a:pPr>
            <a:r>
              <a:rPr lang="ru-RU" dirty="0" smtClean="0"/>
              <a:t> 	 - Публикация стабильной версии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7. Визуализация</a:t>
            </a:r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5053" y="1639341"/>
            <a:ext cx="2931323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628800"/>
            <a:ext cx="2943994" cy="452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 flipH="1">
            <a:off x="-252536" y="6237312"/>
            <a:ext cx="971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 smtClean="0">
                <a:solidFill>
                  <a:schemeClr val="bg1"/>
                </a:solidFill>
              </a:rPr>
              <a:t>Слева курсор наведён на клавишу, а справа – нет.</a:t>
            </a:r>
            <a:endParaRPr lang="ru-RU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хническая">
  <a:themeElements>
    <a:clrScheme name="Техническая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Техническая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Техническая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4</TotalTime>
  <Words>196</Words>
  <Application>Microsoft Office PowerPoint</Application>
  <PresentationFormat>Экран (4:3)</PresentationFormat>
  <Paragraphs>52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Техническая</vt:lpstr>
      <vt:lpstr>Презентация проекта: «Калькулятор» (Calculator Game) </vt:lpstr>
      <vt:lpstr>1. Концепция проекта</vt:lpstr>
      <vt:lpstr>2. Достижения на текущий момент </vt:lpstr>
      <vt:lpstr>3. Игровой процесс</vt:lpstr>
      <vt:lpstr>4. Интерфейс и графика </vt:lpstr>
      <vt:lpstr>5. Техническая часть</vt:lpstr>
      <vt:lpstr>6. План дальнейшей разработки </vt:lpstr>
      <vt:lpstr>7. Визуализация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проекта: «Калькулятор» (Calculator Game) </dc:title>
  <dc:creator>Zver</dc:creator>
  <cp:lastModifiedBy>Zver</cp:lastModifiedBy>
  <cp:revision>4</cp:revision>
  <dcterms:created xsi:type="dcterms:W3CDTF">2025-11-09T19:41:04Z</dcterms:created>
  <dcterms:modified xsi:type="dcterms:W3CDTF">2025-11-10T21:18:23Z</dcterms:modified>
</cp:coreProperties>
</file>